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2" r:id="rId7"/>
    <p:sldId id="314" r:id="rId8"/>
    <p:sldId id="315" r:id="rId9"/>
    <p:sldId id="321" r:id="rId10"/>
    <p:sldId id="322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>
        <p:scale>
          <a:sx n="50" d="100"/>
          <a:sy n="50" d="100"/>
        </p:scale>
        <p:origin x="1244" y="5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Online Resume Builder using Django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817" y="2947852"/>
            <a:ext cx="6583680" cy="320734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Project Overview</a:t>
            </a:r>
          </a:p>
          <a:p>
            <a:endParaRPr lang="en-US" dirty="0"/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An Online Resume Builder is a web-based application that allows users to create professional resumes by entering their personal, educational, and professional details. The system automatically generates a well-formatted resume that can be downloaded and printed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FB8586-7BD3-5B8D-4ADA-1FE8CAAE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Submitted By: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g.sUSMITHA</a:t>
            </a:r>
            <a:br>
              <a:rPr lang="en-US" sz="14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Roll Number: 23ak1a3393</a:t>
            </a:r>
            <a:br>
              <a:rPr lang="en-US" sz="14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Department: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aiml</a:t>
            </a:r>
            <a:br>
              <a:rPr lang="en-US" sz="14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Institution: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annamacharya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institute of technology and science</a:t>
            </a:r>
            <a:br>
              <a:rPr lang="en-US" sz="1400" dirty="0">
                <a:solidFill>
                  <a:schemeClr val="bg2">
                    <a:lumMod val="10000"/>
                  </a:schemeClr>
                </a:solidFill>
              </a:rPr>
            </a:b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1057274"/>
            <a:ext cx="7965461" cy="99416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Creating a professional resume manually can be time-consuming and difficult for students and job seekers. Many users struggle with resume formatting and design</a:t>
            </a:r>
            <a:r>
              <a:rPr lang="en-US" sz="2800" dirty="0"/>
              <a:t>.</a:t>
            </a:r>
          </a:p>
          <a:p>
            <a:r>
              <a:rPr lang="en-US" sz="3200" dirty="0"/>
              <a:t>Objective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To develop a web application that: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Simplifies resume creation.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Provides a user-friendly interface.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Generates professional resumes automatically.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Allows users to download resumes in a printable format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Methodology / Approach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Technologies Used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 Python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 Django Framework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 HTML, CSS, Bootstrap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 SQLite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Working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User Registration/Login.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2. Enter Personal Information.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3. Add Education Details.</a:t>
            </a:r>
          </a:p>
          <a:p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12631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Add Skills and Experience.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5. Generate Resume.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6. Download or Print Resume.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364" y="1057274"/>
            <a:ext cx="9875463" cy="999746"/>
          </a:xfrm>
        </p:spPr>
        <p:txBody>
          <a:bodyPr/>
          <a:lstStyle/>
          <a:p>
            <a:r>
              <a:rPr lang="en-US" dirty="0"/>
              <a:t> Results / Outcome &amp;Sample Features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sz="3200" dirty="0"/>
              <a:t>Results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Successfully developed a responsive web application.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Users can create resumes quickly and efficiently.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Resume data is stored securely in the database.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Professional resume templates are generated automatically.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Download and print functionality implemented.</a:t>
            </a:r>
          </a:p>
          <a:p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721600" y="2303028"/>
            <a:ext cx="3882227" cy="4215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Sample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- User Authentication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- Resume Preview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- PDF Generation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- Data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0A82-6F3B-5309-4900-3D369F09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5C164-8E2F-73ED-A913-86F6C277D1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dirty="0"/>
              <a:t>Conclusion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The Online Resume Builder using Django simplifies the resume creation process by providing an easy-to-use platform for users. The application reduces manual effort, ensures professional formatting, and helps students and job seekers create high-quality resumes efficiently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95445-BA7B-E81D-BAE5-9BF201ED69DB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sz="2800" dirty="0"/>
              <a:t>Future Enhancements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Multiple Resume Templates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AI-based Resume Suggestions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LinkedIn Integration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- Cloud Storage Support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15494-C124-81B5-74FF-79EFDE1C7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72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{E5B5A966-9E03-413C-92DA-8089C9B78B11}TF8a9b5915-b8c7-461e-8cdd-693d48b5e32371f7b7e2_win32-4bf0b9a2ea37</Template>
  <TotalTime>27</TotalTime>
  <Words>329</Words>
  <Application>Microsoft Office PowerPoint</Application>
  <PresentationFormat>Widescreen</PresentationFormat>
  <Paragraphs>57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Custom</vt:lpstr>
      <vt:lpstr>Online Resume Builder using Django </vt:lpstr>
      <vt:lpstr>Submitted By: g.sUSMITHA Roll Number: 23ak1a3393 Department: aiml Institution: annamacharya institute of technology and science </vt:lpstr>
      <vt:lpstr>Problem Statement</vt:lpstr>
      <vt:lpstr>Methodology / Approach  </vt:lpstr>
      <vt:lpstr>Working Process</vt:lpstr>
      <vt:lpstr> Results / Outcome &amp;Sample Features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1</cp:revision>
  <dcterms:created xsi:type="dcterms:W3CDTF">2026-06-18T13:39:59Z</dcterms:created>
  <dcterms:modified xsi:type="dcterms:W3CDTF">2026-06-18T14:07:13Z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